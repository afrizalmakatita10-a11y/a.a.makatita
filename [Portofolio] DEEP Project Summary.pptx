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  <p:sldMasterId id="214748369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Playfair Display"/>
      <p:regular r:id="rId12"/>
      <p:bold r:id="rId13"/>
      <p:italic r:id="rId14"/>
      <p:boldItalic r:id="rId15"/>
    </p:embeddedFont>
    <p:embeddedFont>
      <p:font typeface="Bebas Neue"/>
      <p:regular r:id="rId16"/>
    </p:embeddedFont>
    <p:embeddedFont>
      <p:font typeface="PT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aleway-regular.fntdata"/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PlayfairDisplay-bold.fntdata"/><Relationship Id="rId12" Type="http://schemas.openxmlformats.org/officeDocument/2006/relationships/font" Target="fonts/PlayfairDisplay-regular.fntdata"/><Relationship Id="rId15" Type="http://schemas.openxmlformats.org/officeDocument/2006/relationships/font" Target="fonts/PlayfairDisplay-boldItalic.fntdata"/><Relationship Id="rId14" Type="http://schemas.openxmlformats.org/officeDocument/2006/relationships/font" Target="fonts/PlayfairDisplay-italic.fntdata"/><Relationship Id="rId17" Type="http://schemas.openxmlformats.org/officeDocument/2006/relationships/font" Target="fonts/PTSans-regular.fntdata"/><Relationship Id="rId16" Type="http://schemas.openxmlformats.org/officeDocument/2006/relationships/font" Target="fonts/BebasNeue-regular.fntdata"/><Relationship Id="rId19" Type="http://schemas.openxmlformats.org/officeDocument/2006/relationships/font" Target="fonts/PTSans-italic.fntdata"/><Relationship Id="rId18" Type="http://schemas.openxmlformats.org/officeDocument/2006/relationships/font" Target="fonts/PT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935713838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f93571383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ctrTitle"/>
          </p:nvPr>
        </p:nvSpPr>
        <p:spPr>
          <a:xfrm>
            <a:off x="671788" y="1248284"/>
            <a:ext cx="63636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5200"/>
              <a:buNone/>
              <a:defRPr sz="6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823812" y="3308559"/>
            <a:ext cx="42570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" name="Google Shape;57;p14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title"/>
          </p:nvPr>
        </p:nvSpPr>
        <p:spPr>
          <a:xfrm>
            <a:off x="713225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3" type="title"/>
          </p:nvPr>
        </p:nvSpPr>
        <p:spPr>
          <a:xfrm>
            <a:off x="3415888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" name="Google Shape;68;p15"/>
          <p:cNvSpPr txBox="1"/>
          <p:nvPr>
            <p:ph idx="4" type="title"/>
          </p:nvPr>
        </p:nvSpPr>
        <p:spPr>
          <a:xfrm>
            <a:off x="6118550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713225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5" type="subTitle"/>
          </p:nvPr>
        </p:nvSpPr>
        <p:spPr>
          <a:xfrm>
            <a:off x="3415887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6" type="subTitle"/>
          </p:nvPr>
        </p:nvSpPr>
        <p:spPr>
          <a:xfrm>
            <a:off x="6118549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7" type="subTitle"/>
          </p:nvPr>
        </p:nvSpPr>
        <p:spPr>
          <a:xfrm>
            <a:off x="713225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8" type="subTitle"/>
          </p:nvPr>
        </p:nvSpPr>
        <p:spPr>
          <a:xfrm>
            <a:off x="3415887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9" type="subTitle"/>
          </p:nvPr>
        </p:nvSpPr>
        <p:spPr>
          <a:xfrm>
            <a:off x="6118550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75" name="Google Shape;75;p1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7269350" y="30167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-3030675" y="39134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4947756" y="1667625"/>
            <a:ext cx="30408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2" type="subTitle"/>
          </p:nvPr>
        </p:nvSpPr>
        <p:spPr>
          <a:xfrm>
            <a:off x="1155450" y="1667625"/>
            <a:ext cx="30408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84" name="Google Shape;84;p16"/>
          <p:cNvCxnSpPr/>
          <p:nvPr/>
        </p:nvCxnSpPr>
        <p:spPr>
          <a:xfrm>
            <a:off x="707400" y="1960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6"/>
          <p:cNvCxnSpPr/>
          <p:nvPr/>
        </p:nvCxnSpPr>
        <p:spPr>
          <a:xfrm>
            <a:off x="707400" y="49140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1291500" y="2338425"/>
            <a:ext cx="3410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600"/>
              <a:buNone/>
              <a:defRPr sz="5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7"/>
          <p:cNvSpPr txBox="1"/>
          <p:nvPr>
            <p:ph idx="2" type="title"/>
          </p:nvPr>
        </p:nvSpPr>
        <p:spPr>
          <a:xfrm>
            <a:off x="1291500" y="157492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6000"/>
              <a:buNone/>
              <a:defRPr sz="8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94" name="Google Shape;94;p17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7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7636950" y="805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-1911075" y="36794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-4054200" y="-252075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" type="subTitle"/>
          </p:nvPr>
        </p:nvSpPr>
        <p:spPr>
          <a:xfrm>
            <a:off x="2498350" y="1700300"/>
            <a:ext cx="42948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103" name="Google Shape;103;p1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7621000" y="-59975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322400" y="1514150"/>
            <a:ext cx="4499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322400" y="2801575"/>
            <a:ext cx="4499100" cy="6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112" name="Google Shape;112;p19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7601975" y="-2756700"/>
            <a:ext cx="48207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511950" y="4249225"/>
            <a:ext cx="5387400" cy="51435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-3780225" y="-2395400"/>
            <a:ext cx="4632900" cy="460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subTitle"/>
          </p:nvPr>
        </p:nvSpPr>
        <p:spPr>
          <a:xfrm>
            <a:off x="720000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2" type="subTitle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3" type="subTitle"/>
          </p:nvPr>
        </p:nvSpPr>
        <p:spPr>
          <a:xfrm>
            <a:off x="720000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4" type="subTitle"/>
          </p:nvPr>
        </p:nvSpPr>
        <p:spPr>
          <a:xfrm>
            <a:off x="3579000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5" type="subTitle"/>
          </p:nvPr>
        </p:nvSpPr>
        <p:spPr>
          <a:xfrm>
            <a:off x="6437997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6" type="subTitle"/>
          </p:nvPr>
        </p:nvSpPr>
        <p:spPr>
          <a:xfrm>
            <a:off x="6437997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7" type="subTitle"/>
          </p:nvPr>
        </p:nvSpPr>
        <p:spPr>
          <a:xfrm>
            <a:off x="723905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8" type="subTitle"/>
          </p:nvPr>
        </p:nvSpPr>
        <p:spPr>
          <a:xfrm>
            <a:off x="3582902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" name="Google Shape;128;p20"/>
          <p:cNvSpPr txBox="1"/>
          <p:nvPr>
            <p:ph idx="9" type="subTitle"/>
          </p:nvPr>
        </p:nvSpPr>
        <p:spPr>
          <a:xfrm>
            <a:off x="6441895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13" type="subTitle"/>
          </p:nvPr>
        </p:nvSpPr>
        <p:spPr>
          <a:xfrm>
            <a:off x="723905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4" type="subTitle"/>
          </p:nvPr>
        </p:nvSpPr>
        <p:spPr>
          <a:xfrm>
            <a:off x="3582902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15" type="subTitle"/>
          </p:nvPr>
        </p:nvSpPr>
        <p:spPr>
          <a:xfrm>
            <a:off x="6441895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132" name="Google Shape;132;p2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2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7952850" y="25039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-2152525" y="39662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937625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2" type="subTitle"/>
          </p:nvPr>
        </p:nvSpPr>
        <p:spPr>
          <a:xfrm>
            <a:off x="3484347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6031075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4" type="subTitle"/>
          </p:nvPr>
        </p:nvSpPr>
        <p:spPr>
          <a:xfrm>
            <a:off x="937625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5" type="subTitle"/>
          </p:nvPr>
        </p:nvSpPr>
        <p:spPr>
          <a:xfrm>
            <a:off x="3484350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6" type="subTitle"/>
          </p:nvPr>
        </p:nvSpPr>
        <p:spPr>
          <a:xfrm>
            <a:off x="6031075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46" name="Google Shape;146;p2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2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54" name="Google Shape;154;p2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2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163" name="Google Shape;163;p2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2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" name="Google Shape;167;p24"/>
          <p:cNvSpPr/>
          <p:nvPr/>
        </p:nvSpPr>
        <p:spPr>
          <a:xfrm>
            <a:off x="7515375" y="1805550"/>
            <a:ext cx="4683000" cy="46608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1917400" y="-3828525"/>
            <a:ext cx="5387400" cy="48213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-3585025" y="1219250"/>
            <a:ext cx="4411200" cy="43707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>
            <p:ph type="title"/>
          </p:nvPr>
        </p:nvSpPr>
        <p:spPr>
          <a:xfrm>
            <a:off x="2592650" y="1602650"/>
            <a:ext cx="39588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71" name="Google Shape;171;p24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4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25"/>
          <p:cNvSpPr/>
          <p:nvPr/>
        </p:nvSpPr>
        <p:spPr>
          <a:xfrm flipH="1">
            <a:off x="-3721750" y="2846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/>
          <p:nvPr/>
        </p:nvSpPr>
        <p:spPr>
          <a:xfrm flipH="1">
            <a:off x="2743225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/>
          <p:nvPr/>
        </p:nvSpPr>
        <p:spPr>
          <a:xfrm flipH="1">
            <a:off x="8350450" y="-298225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720000" y="1215752"/>
            <a:ext cx="77040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9pPr>
          </a:lstStyle>
          <a:p/>
        </p:txBody>
      </p:sp>
      <p:sp>
        <p:nvSpPr>
          <p:cNvPr id="180" name="Google Shape;180;p25"/>
          <p:cNvSpPr/>
          <p:nvPr/>
        </p:nvSpPr>
        <p:spPr>
          <a:xfrm rot="10800000">
            <a:off x="208090" y="571034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5"/>
          <p:cNvGrpSpPr/>
          <p:nvPr/>
        </p:nvGrpSpPr>
        <p:grpSpPr>
          <a:xfrm>
            <a:off x="7570255" y="4792675"/>
            <a:ext cx="860520" cy="320700"/>
            <a:chOff x="7570255" y="4058050"/>
            <a:chExt cx="860520" cy="320700"/>
          </a:xfrm>
        </p:grpSpPr>
        <p:sp>
          <p:nvSpPr>
            <p:cNvPr id="182" name="Google Shape;182;p25"/>
            <p:cNvSpPr/>
            <p:nvPr/>
          </p:nvSpPr>
          <p:spPr>
            <a:xfrm rot="5400000">
              <a:off x="757025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 rot="5400000">
              <a:off x="784016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5"/>
            <p:cNvSpPr/>
            <p:nvPr/>
          </p:nvSpPr>
          <p:spPr>
            <a:xfrm rot="5400000">
              <a:off x="811007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5" name="Google Shape;185;p2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1808182" y="3677950"/>
            <a:ext cx="1799100" cy="3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2" type="subTitle"/>
          </p:nvPr>
        </p:nvSpPr>
        <p:spPr>
          <a:xfrm>
            <a:off x="1808193" y="4083200"/>
            <a:ext cx="1799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5" name="Google Shape;195;p26"/>
          <p:cNvSpPr txBox="1"/>
          <p:nvPr>
            <p:ph idx="3" type="subTitle"/>
          </p:nvPr>
        </p:nvSpPr>
        <p:spPr>
          <a:xfrm>
            <a:off x="5536707" y="3677950"/>
            <a:ext cx="1799100" cy="3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4" type="subTitle"/>
          </p:nvPr>
        </p:nvSpPr>
        <p:spPr>
          <a:xfrm>
            <a:off x="5536718" y="4083200"/>
            <a:ext cx="1799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97" name="Google Shape;197;p26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7"/>
          <p:cNvSpPr txBox="1"/>
          <p:nvPr>
            <p:ph type="title"/>
          </p:nvPr>
        </p:nvSpPr>
        <p:spPr>
          <a:xfrm>
            <a:off x="1230904" y="4064800"/>
            <a:ext cx="6682200" cy="53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8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 txBox="1"/>
          <p:nvPr>
            <p:ph hasCustomPrompt="1" type="title"/>
          </p:nvPr>
        </p:nvSpPr>
        <p:spPr>
          <a:xfrm>
            <a:off x="713225" y="1470525"/>
            <a:ext cx="54981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713225" y="2827775"/>
            <a:ext cx="49974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750900" y="-204120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6285450" y="41557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-4262250" y="-13112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8" name="Google Shape;218;p30"/>
          <p:cNvGrpSpPr/>
          <p:nvPr/>
        </p:nvGrpSpPr>
        <p:grpSpPr>
          <a:xfrm rot="-5400000">
            <a:off x="230357" y="-37852"/>
            <a:ext cx="320700" cy="645033"/>
            <a:chOff x="8576165" y="1455540"/>
            <a:chExt cx="320700" cy="645033"/>
          </a:xfrm>
        </p:grpSpPr>
        <p:sp>
          <p:nvSpPr>
            <p:cNvPr id="219" name="Google Shape;219;p30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0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30"/>
          <p:cNvGrpSpPr/>
          <p:nvPr/>
        </p:nvGrpSpPr>
        <p:grpSpPr>
          <a:xfrm rot="-5400000">
            <a:off x="8592932" y="4530098"/>
            <a:ext cx="320700" cy="645033"/>
            <a:chOff x="8576165" y="1455540"/>
            <a:chExt cx="320700" cy="645033"/>
          </a:xfrm>
        </p:grpSpPr>
        <p:sp>
          <p:nvSpPr>
            <p:cNvPr id="222" name="Google Shape;222;p30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0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4" name="Google Shape;224;p3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/>
          <p:nvPr/>
        </p:nvSpPr>
        <p:spPr>
          <a:xfrm>
            <a:off x="8177025" y="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77500" y="46040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-4054200" y="-83295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2" name="Google Shape;232;p31"/>
          <p:cNvGrpSpPr/>
          <p:nvPr/>
        </p:nvGrpSpPr>
        <p:grpSpPr>
          <a:xfrm rot="10800000">
            <a:off x="207257" y="445023"/>
            <a:ext cx="320700" cy="645033"/>
            <a:chOff x="8576165" y="1455540"/>
            <a:chExt cx="320700" cy="645033"/>
          </a:xfrm>
        </p:grpSpPr>
        <p:sp>
          <p:nvSpPr>
            <p:cNvPr id="233" name="Google Shape;233;p31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1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31"/>
          <p:cNvGrpSpPr/>
          <p:nvPr/>
        </p:nvGrpSpPr>
        <p:grpSpPr>
          <a:xfrm rot="10800000">
            <a:off x="8616057" y="4074298"/>
            <a:ext cx="320700" cy="645033"/>
            <a:chOff x="8576165" y="1455540"/>
            <a:chExt cx="320700" cy="645033"/>
          </a:xfrm>
        </p:grpSpPr>
        <p:sp>
          <p:nvSpPr>
            <p:cNvPr id="236" name="Google Shape;236;p31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8" name="Google Shape;238;p3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/>
          <p:nvPr/>
        </p:nvSpPr>
        <p:spPr>
          <a:xfrm>
            <a:off x="8494525" y="-28660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2157950" y="46802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-4195425" y="-122567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32"/>
          <p:cNvSpPr/>
          <p:nvPr/>
        </p:nvSpPr>
        <p:spPr>
          <a:xfrm rot="-5400000">
            <a:off x="8620690" y="4701865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2"/>
          <p:cNvSpPr/>
          <p:nvPr/>
        </p:nvSpPr>
        <p:spPr>
          <a:xfrm rot="-5400000">
            <a:off x="173565" y="124315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3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3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3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 txBox="1"/>
          <p:nvPr>
            <p:ph type="title"/>
          </p:nvPr>
        </p:nvSpPr>
        <p:spPr>
          <a:xfrm>
            <a:off x="1065325" y="3487650"/>
            <a:ext cx="2661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6" name="Google Shape;256;p33"/>
          <p:cNvSpPr txBox="1"/>
          <p:nvPr>
            <p:ph idx="1" type="subTitle"/>
          </p:nvPr>
        </p:nvSpPr>
        <p:spPr>
          <a:xfrm>
            <a:off x="1065325" y="1355025"/>
            <a:ext cx="68523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57" name="Google Shape;257;p3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3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/>
          <p:nvPr/>
        </p:nvSpPr>
        <p:spPr>
          <a:xfrm>
            <a:off x="4175725" y="-24346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3937700" y="378675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4"/>
          <p:cNvSpPr txBox="1"/>
          <p:nvPr>
            <p:ph type="title"/>
          </p:nvPr>
        </p:nvSpPr>
        <p:spPr>
          <a:xfrm>
            <a:off x="720000" y="1093600"/>
            <a:ext cx="31131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34"/>
          <p:cNvSpPr txBox="1"/>
          <p:nvPr>
            <p:ph idx="1" type="subTitle"/>
          </p:nvPr>
        </p:nvSpPr>
        <p:spPr>
          <a:xfrm>
            <a:off x="720000" y="3047550"/>
            <a:ext cx="3113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34"/>
          <p:cNvSpPr/>
          <p:nvPr>
            <p:ph idx="2" type="pic"/>
          </p:nvPr>
        </p:nvSpPr>
        <p:spPr>
          <a:xfrm>
            <a:off x="5031725" y="492300"/>
            <a:ext cx="3399000" cy="417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67" name="Google Shape;267;p34"/>
          <p:cNvGrpSpPr/>
          <p:nvPr/>
        </p:nvGrpSpPr>
        <p:grpSpPr>
          <a:xfrm>
            <a:off x="8595340" y="492290"/>
            <a:ext cx="320700" cy="1293700"/>
            <a:chOff x="8576165" y="1455540"/>
            <a:chExt cx="320700" cy="1293700"/>
          </a:xfrm>
        </p:grpSpPr>
        <p:sp>
          <p:nvSpPr>
            <p:cNvPr id="268" name="Google Shape;268;p34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4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4"/>
            <p:cNvSpPr/>
            <p:nvPr/>
          </p:nvSpPr>
          <p:spPr>
            <a:xfrm rot="10800000">
              <a:off x="8576165" y="2104207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4"/>
            <p:cNvSpPr/>
            <p:nvPr/>
          </p:nvSpPr>
          <p:spPr>
            <a:xfrm rot="10800000">
              <a:off x="8576165" y="2428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2" name="Google Shape;272;p34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34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/>
          <p:nvPr/>
        </p:nvSpPr>
        <p:spPr>
          <a:xfrm>
            <a:off x="6791400" y="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5"/>
          <p:cNvSpPr txBox="1"/>
          <p:nvPr>
            <p:ph idx="1" type="subTitle"/>
          </p:nvPr>
        </p:nvSpPr>
        <p:spPr>
          <a:xfrm>
            <a:off x="720000" y="1590725"/>
            <a:ext cx="34767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Font typeface="Barlow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280" name="Google Shape;280;p35"/>
          <p:cNvSpPr/>
          <p:nvPr>
            <p:ph idx="2" type="pic"/>
          </p:nvPr>
        </p:nvSpPr>
        <p:spPr>
          <a:xfrm>
            <a:off x="5031775" y="1281550"/>
            <a:ext cx="3399000" cy="3399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82" name="Google Shape;282;p3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3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4790625" y="-39572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5499275" y="414197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6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6"/>
          <p:cNvSpPr txBox="1"/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1" type="subTitle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291" name="Google Shape;291;p36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36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7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7"/>
          <p:cNvSpPr txBox="1"/>
          <p:nvPr>
            <p:ph idx="1" type="subTitle"/>
          </p:nvPr>
        </p:nvSpPr>
        <p:spPr>
          <a:xfrm>
            <a:off x="726775" y="1169725"/>
            <a:ext cx="77040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00" name="Google Shape;300;p37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37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8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8"/>
          <p:cNvSpPr txBox="1"/>
          <p:nvPr>
            <p:ph idx="1" type="subTitle"/>
          </p:nvPr>
        </p:nvSpPr>
        <p:spPr>
          <a:xfrm>
            <a:off x="726775" y="1169725"/>
            <a:ext cx="7704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09" name="Google Shape;309;p3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3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9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39"/>
          <p:cNvSpPr txBox="1"/>
          <p:nvPr>
            <p:ph idx="1" type="subTitle"/>
          </p:nvPr>
        </p:nvSpPr>
        <p:spPr>
          <a:xfrm>
            <a:off x="4990775" y="2685025"/>
            <a:ext cx="2838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8" name="Google Shape;318;p39"/>
          <p:cNvSpPr txBox="1"/>
          <p:nvPr>
            <p:ph idx="2" type="subTitle"/>
          </p:nvPr>
        </p:nvSpPr>
        <p:spPr>
          <a:xfrm>
            <a:off x="1135100" y="2685025"/>
            <a:ext cx="2838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39"/>
          <p:cNvSpPr txBox="1"/>
          <p:nvPr>
            <p:ph idx="3" type="subTitle"/>
          </p:nvPr>
        </p:nvSpPr>
        <p:spPr>
          <a:xfrm>
            <a:off x="1135101" y="2126125"/>
            <a:ext cx="28389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0" name="Google Shape;320;p39"/>
          <p:cNvSpPr txBox="1"/>
          <p:nvPr>
            <p:ph idx="4" type="subTitle"/>
          </p:nvPr>
        </p:nvSpPr>
        <p:spPr>
          <a:xfrm>
            <a:off x="4990802" y="2126125"/>
            <a:ext cx="28389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0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40"/>
          <p:cNvSpPr txBox="1"/>
          <p:nvPr>
            <p:ph idx="1" type="subTitle"/>
          </p:nvPr>
        </p:nvSpPr>
        <p:spPr>
          <a:xfrm>
            <a:off x="1433099" y="1825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8" name="Google Shape;328;p40"/>
          <p:cNvSpPr txBox="1"/>
          <p:nvPr>
            <p:ph idx="2" type="subTitle"/>
          </p:nvPr>
        </p:nvSpPr>
        <p:spPr>
          <a:xfrm>
            <a:off x="5613001" y="1825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9" name="Google Shape;329;p40"/>
          <p:cNvSpPr txBox="1"/>
          <p:nvPr>
            <p:ph idx="3" type="subTitle"/>
          </p:nvPr>
        </p:nvSpPr>
        <p:spPr>
          <a:xfrm>
            <a:off x="1433099" y="348567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0" name="Google Shape;330;p40"/>
          <p:cNvSpPr txBox="1"/>
          <p:nvPr>
            <p:ph idx="4" type="subTitle"/>
          </p:nvPr>
        </p:nvSpPr>
        <p:spPr>
          <a:xfrm>
            <a:off x="5613001" y="348567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5" type="subTitle"/>
          </p:nvPr>
        </p:nvSpPr>
        <p:spPr>
          <a:xfrm>
            <a:off x="1433099" y="145555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2" name="Google Shape;332;p40"/>
          <p:cNvSpPr txBox="1"/>
          <p:nvPr>
            <p:ph idx="6" type="subTitle"/>
          </p:nvPr>
        </p:nvSpPr>
        <p:spPr>
          <a:xfrm>
            <a:off x="1433099" y="311620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3" name="Google Shape;333;p40"/>
          <p:cNvSpPr txBox="1"/>
          <p:nvPr>
            <p:ph idx="7" type="subTitle"/>
          </p:nvPr>
        </p:nvSpPr>
        <p:spPr>
          <a:xfrm>
            <a:off x="5612974" y="145555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4" name="Google Shape;334;p40"/>
          <p:cNvSpPr txBox="1"/>
          <p:nvPr>
            <p:ph idx="8" type="subTitle"/>
          </p:nvPr>
        </p:nvSpPr>
        <p:spPr>
          <a:xfrm>
            <a:off x="5612974" y="311620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335" name="Google Shape;335;p4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4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/>
          <p:nvPr/>
        </p:nvSpPr>
        <p:spPr>
          <a:xfrm>
            <a:off x="5151725" y="-37034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1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-3877825" y="-30677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1"/>
          <p:cNvSpPr txBox="1"/>
          <p:nvPr>
            <p:ph type="title"/>
          </p:nvPr>
        </p:nvSpPr>
        <p:spPr>
          <a:xfrm>
            <a:off x="2391100" y="552100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1" type="subTitle"/>
          </p:nvPr>
        </p:nvSpPr>
        <p:spPr>
          <a:xfrm>
            <a:off x="2391100" y="1288069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" type="title"/>
          </p:nvPr>
        </p:nvSpPr>
        <p:spPr>
          <a:xfrm>
            <a:off x="2391100" y="1904364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3" type="subTitle"/>
          </p:nvPr>
        </p:nvSpPr>
        <p:spPr>
          <a:xfrm>
            <a:off x="2391100" y="2640333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4" type="title"/>
          </p:nvPr>
        </p:nvSpPr>
        <p:spPr>
          <a:xfrm>
            <a:off x="2391100" y="3256628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41"/>
          <p:cNvSpPr txBox="1"/>
          <p:nvPr>
            <p:ph idx="5" type="subTitle"/>
          </p:nvPr>
        </p:nvSpPr>
        <p:spPr>
          <a:xfrm>
            <a:off x="2391100" y="3992598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cxnSp>
        <p:nvCxnSpPr>
          <p:cNvPr id="348" name="Google Shape;348;p4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2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2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2"/>
          <p:cNvSpPr txBox="1"/>
          <p:nvPr>
            <p:ph type="title"/>
          </p:nvPr>
        </p:nvSpPr>
        <p:spPr>
          <a:xfrm>
            <a:off x="938500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2"/>
          <p:cNvSpPr txBox="1"/>
          <p:nvPr>
            <p:ph idx="1" type="subTitle"/>
          </p:nvPr>
        </p:nvSpPr>
        <p:spPr>
          <a:xfrm>
            <a:off x="9385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7" name="Google Shape;357;p42"/>
          <p:cNvSpPr txBox="1"/>
          <p:nvPr>
            <p:ph idx="2" type="subTitle"/>
          </p:nvPr>
        </p:nvSpPr>
        <p:spPr>
          <a:xfrm>
            <a:off x="9385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8" name="Google Shape;358;p42"/>
          <p:cNvSpPr txBox="1"/>
          <p:nvPr>
            <p:ph idx="3" type="title"/>
          </p:nvPr>
        </p:nvSpPr>
        <p:spPr>
          <a:xfrm>
            <a:off x="3485350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42"/>
          <p:cNvSpPr txBox="1"/>
          <p:nvPr>
            <p:ph idx="4" type="subTitle"/>
          </p:nvPr>
        </p:nvSpPr>
        <p:spPr>
          <a:xfrm>
            <a:off x="34854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0" name="Google Shape;360;p42"/>
          <p:cNvSpPr txBox="1"/>
          <p:nvPr>
            <p:ph idx="5" type="subTitle"/>
          </p:nvPr>
        </p:nvSpPr>
        <p:spPr>
          <a:xfrm>
            <a:off x="34854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42"/>
          <p:cNvSpPr txBox="1"/>
          <p:nvPr>
            <p:ph idx="6" type="title"/>
          </p:nvPr>
        </p:nvSpPr>
        <p:spPr>
          <a:xfrm>
            <a:off x="6029925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2" name="Google Shape;362;p42"/>
          <p:cNvSpPr txBox="1"/>
          <p:nvPr>
            <p:ph idx="7" type="subTitle"/>
          </p:nvPr>
        </p:nvSpPr>
        <p:spPr>
          <a:xfrm>
            <a:off x="60323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63" name="Google Shape;363;p42"/>
          <p:cNvSpPr txBox="1"/>
          <p:nvPr>
            <p:ph idx="8" type="subTitle"/>
          </p:nvPr>
        </p:nvSpPr>
        <p:spPr>
          <a:xfrm>
            <a:off x="60323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4" name="Google Shape;364;p42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65" name="Google Shape;365;p4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4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3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3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3"/>
          <p:cNvSpPr txBox="1"/>
          <p:nvPr>
            <p:ph type="title"/>
          </p:nvPr>
        </p:nvSpPr>
        <p:spPr>
          <a:xfrm>
            <a:off x="1319500" y="1711275"/>
            <a:ext cx="191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3" name="Google Shape;373;p43"/>
          <p:cNvSpPr txBox="1"/>
          <p:nvPr>
            <p:ph idx="1" type="subTitle"/>
          </p:nvPr>
        </p:nvSpPr>
        <p:spPr>
          <a:xfrm>
            <a:off x="5368246" y="1193175"/>
            <a:ext cx="26937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74" name="Google Shape;374;p43"/>
          <p:cNvSpPr txBox="1"/>
          <p:nvPr>
            <p:ph idx="2" type="subTitle"/>
          </p:nvPr>
        </p:nvSpPr>
        <p:spPr>
          <a:xfrm>
            <a:off x="1319500" y="1193175"/>
            <a:ext cx="19176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5" name="Google Shape;375;p43"/>
          <p:cNvSpPr txBox="1"/>
          <p:nvPr>
            <p:ph idx="3" type="title"/>
          </p:nvPr>
        </p:nvSpPr>
        <p:spPr>
          <a:xfrm>
            <a:off x="1319500" y="3531500"/>
            <a:ext cx="191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6" name="Google Shape;376;p43"/>
          <p:cNvSpPr txBox="1"/>
          <p:nvPr>
            <p:ph idx="4" type="subTitle"/>
          </p:nvPr>
        </p:nvSpPr>
        <p:spPr>
          <a:xfrm>
            <a:off x="5368246" y="3012800"/>
            <a:ext cx="26937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77" name="Google Shape;377;p43"/>
          <p:cNvSpPr txBox="1"/>
          <p:nvPr>
            <p:ph idx="5" type="subTitle"/>
          </p:nvPr>
        </p:nvSpPr>
        <p:spPr>
          <a:xfrm>
            <a:off x="1319494" y="3013400"/>
            <a:ext cx="19176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8" name="Google Shape;378;p4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79" name="Google Shape;379;p4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4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4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4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4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4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7" name="Google Shape;387;p44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8" name="Google Shape;388;p4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presentation template was created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b="1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b="1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i="0" sz="1100" u="sng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89" name="Google Shape;389;p44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44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5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5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45"/>
          <p:cNvGrpSpPr/>
          <p:nvPr/>
        </p:nvGrpSpPr>
        <p:grpSpPr>
          <a:xfrm rot="5400000">
            <a:off x="1033915" y="-253710"/>
            <a:ext cx="320700" cy="962100"/>
            <a:chOff x="173565" y="124315"/>
            <a:chExt cx="320700" cy="962100"/>
          </a:xfrm>
        </p:grpSpPr>
        <p:sp>
          <p:nvSpPr>
            <p:cNvPr id="397" name="Google Shape;397;p45"/>
            <p:cNvSpPr/>
            <p:nvPr/>
          </p:nvSpPr>
          <p:spPr>
            <a:xfrm rot="-5400000">
              <a:off x="173565" y="1243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5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5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45"/>
          <p:cNvGrpSpPr/>
          <p:nvPr/>
        </p:nvGrpSpPr>
        <p:grpSpPr>
          <a:xfrm rot="5400000">
            <a:off x="7792240" y="4437065"/>
            <a:ext cx="320700" cy="962100"/>
            <a:chOff x="173565" y="124315"/>
            <a:chExt cx="320700" cy="962100"/>
          </a:xfrm>
        </p:grpSpPr>
        <p:sp>
          <p:nvSpPr>
            <p:cNvPr id="401" name="Google Shape;401;p45"/>
            <p:cNvSpPr/>
            <p:nvPr/>
          </p:nvSpPr>
          <p:spPr>
            <a:xfrm rot="-5400000">
              <a:off x="173565" y="1243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5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5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4" name="Google Shape;404;p4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4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6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6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6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46"/>
          <p:cNvGrpSpPr/>
          <p:nvPr/>
        </p:nvGrpSpPr>
        <p:grpSpPr>
          <a:xfrm rot="5400000">
            <a:off x="873565" y="-93360"/>
            <a:ext cx="320700" cy="641400"/>
            <a:chOff x="173565" y="445015"/>
            <a:chExt cx="320700" cy="641400"/>
          </a:xfrm>
        </p:grpSpPr>
        <p:sp>
          <p:nvSpPr>
            <p:cNvPr id="412" name="Google Shape;412;p46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46"/>
          <p:cNvGrpSpPr/>
          <p:nvPr/>
        </p:nvGrpSpPr>
        <p:grpSpPr>
          <a:xfrm rot="5400000">
            <a:off x="873565" y="4597415"/>
            <a:ext cx="320700" cy="641400"/>
            <a:chOff x="173565" y="445015"/>
            <a:chExt cx="320700" cy="641400"/>
          </a:xfrm>
        </p:grpSpPr>
        <p:sp>
          <p:nvSpPr>
            <p:cNvPr id="415" name="Google Shape;415;p46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6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17" name="Google Shape;417;p46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46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1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/>
          <p:nvPr/>
        </p:nvSpPr>
        <p:spPr>
          <a:xfrm>
            <a:off x="703350" y="1884904"/>
            <a:ext cx="2170200" cy="1487400"/>
          </a:xfrm>
          <a:prstGeom prst="rect">
            <a:avLst/>
          </a:prstGeom>
          <a:solidFill>
            <a:schemeClr val="dk1"/>
          </a:solidFill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</a:t>
            </a:r>
            <a:endParaRPr b="1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Shopee Thailand experiences </a:t>
            </a:r>
            <a:r>
              <a:rPr b="1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20% Revenue Loss due to Cancelation</a:t>
            </a: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with value excess </a:t>
            </a:r>
            <a:r>
              <a:rPr b="1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฿800 Million</a:t>
            </a: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in the past 3 years</a:t>
            </a:r>
            <a:endParaRPr b="0" i="0" sz="96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4" name="Google Shape;424;p47"/>
          <p:cNvSpPr txBox="1"/>
          <p:nvPr/>
        </p:nvSpPr>
        <p:spPr>
          <a:xfrm>
            <a:off x="703350" y="3372438"/>
            <a:ext cx="2170200" cy="1487400"/>
          </a:xfrm>
          <a:prstGeom prst="rect">
            <a:avLst/>
          </a:prstGeom>
          <a:noFill/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Findings</a:t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value is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not evenly distributed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—it is heavily concentrated among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high-volume transactions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the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20–40 customer segment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core product categories like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Home and Electronics.</a:t>
            </a:r>
            <a:endParaRPr b="1" i="0" sz="96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5" name="Google Shape;425;p47"/>
          <p:cNvSpPr txBox="1"/>
          <p:nvPr/>
        </p:nvSpPr>
        <p:spPr>
          <a:xfrm>
            <a:off x="2873606" y="1884916"/>
            <a:ext cx="2170200" cy="1487400"/>
          </a:xfrm>
          <a:prstGeom prst="rect">
            <a:avLst/>
          </a:prstGeom>
          <a:noFill/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</a:t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Analyze Trends and patterns to find the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best method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to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decrease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loss due to cancellations to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10%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by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2028</a:t>
            </a:r>
            <a:endParaRPr b="1" i="0" sz="96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6" name="Google Shape;426;p47"/>
          <p:cNvSpPr txBox="1"/>
          <p:nvPr/>
        </p:nvSpPr>
        <p:spPr>
          <a:xfrm>
            <a:off x="2873606" y="3372448"/>
            <a:ext cx="2170200" cy="1487400"/>
          </a:xfrm>
          <a:prstGeom prst="rect">
            <a:avLst/>
          </a:prstGeom>
          <a:solidFill>
            <a:schemeClr val="dk1"/>
          </a:solidFill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0" i="0" lang="en" sz="12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Recommendation</a:t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Suppressive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High-Density Sales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Interventions</a:t>
            </a:r>
            <a:b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Preventive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Deploy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Value-Based Retaining Triggers</a:t>
            </a:r>
            <a:endParaRPr b="0" i="0" sz="1067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Preservative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Standardize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Cancellation Monitoring</a:t>
            </a:r>
            <a:endParaRPr b="0" i="0" sz="1067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7" name="Google Shape;427;p47"/>
          <p:cNvSpPr txBox="1"/>
          <p:nvPr>
            <p:ph type="title"/>
          </p:nvPr>
        </p:nvSpPr>
        <p:spPr>
          <a:xfrm>
            <a:off x="703350" y="198625"/>
            <a:ext cx="7737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44"/>
              <a:t>Project Summary</a:t>
            </a:r>
            <a:endParaRPr sz="2044"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sp>
        <p:nvSpPr>
          <p:cNvPr id="428" name="Google Shape;428;p47"/>
          <p:cNvSpPr txBox="1"/>
          <p:nvPr/>
        </p:nvSpPr>
        <p:spPr>
          <a:xfrm>
            <a:off x="733424" y="850850"/>
            <a:ext cx="4231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: Shopee Thailand Sales Performance</a:t>
            </a:r>
            <a:endParaRPr b="1"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9" name="Google Shape;429;p47"/>
          <p:cNvSpPr txBox="1"/>
          <p:nvPr/>
        </p:nvSpPr>
        <p:spPr>
          <a:xfrm>
            <a:off x="733424" y="1184139"/>
            <a:ext cx="4231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Scope : Cancelation Loss</a:t>
            </a:r>
            <a:endParaRPr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30" name="Google Shape;430;p47"/>
          <p:cNvSpPr txBox="1"/>
          <p:nvPr/>
        </p:nvSpPr>
        <p:spPr>
          <a:xfrm>
            <a:off x="733424" y="1517428"/>
            <a:ext cx="4231500" cy="29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Skills : Python, Tableau, Business Acumen, Data Preparation, EDA, Correlation, Pareto</a:t>
            </a:r>
            <a:endParaRPr sz="1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31" name="Google Shape;431;p47" title="[Portofolio]DEEP Project Final.ppt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0" y="850850"/>
            <a:ext cx="3297151" cy="191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2" name="Google Shape;432;p47" title="[Portofolio]DEEP Project Final.pptx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2897525"/>
            <a:ext cx="3297151" cy="191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fessional Gradient Theme by Slidesgo">
  <a:themeElements>
    <a:clrScheme name="Simple Light">
      <a:dk1>
        <a:srgbClr val="073763"/>
      </a:dk1>
      <a:lt1>
        <a:srgbClr val="FAF2E8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39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